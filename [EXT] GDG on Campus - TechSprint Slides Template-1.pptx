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embedTrueTypeFonts="1" saveSubsetFonts="1" strictFirstAndLastChars="0">
  <p:sldMasterIdLst>
    <p:sldMasterId id="2147483696" r:id="rId1"/>
    <p:sldMasterId id="2147483697" r:id="rId2"/>
  </p:sldMasterIdLst>
  <p:notesMasterIdLst>
    <p:notesMasterId r:id="rId3"/>
  </p:notesMasterIdLst>
  <p:sldIdLst>
    <p:sldId id="350" r:id="rId4"/>
    <p:sldId id="351" r:id="rId5"/>
    <p:sldId id="352" r:id="rId6"/>
    <p:sldId id="353" r:id="rId7"/>
    <p:sldId id="354" r:id="rId8"/>
    <p:sldId id="355" r:id="rId9"/>
    <p:sldId id="356" r:id="rId10"/>
    <p:sldId id="357" r:id="rId11"/>
    <p:sldId id="358" r:id="rId12"/>
    <p:sldId id="360" r:id="rId13"/>
    <p:sldId id="361" r:id="rId14"/>
    <p:sldId id="363" r:id="rId15"/>
  </p:sldIdLst>
  <p:sldSz cy="5143500" cx="9144000"/>
  <p:notesSz cx="6858000" cy="9144000"/>
  <p:embeddedFontLst>
    <p:embeddedFont>
      <p:font typeface="Google Sans"/>
      <p:regular r:id="rId16"/>
      <p:bold r:id="rId17"/>
      <p:italic r:id="rId18"/>
      <p:boldItalic r:id="rId19"/>
    </p:embeddedFont>
  </p:embeddedFontLst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0" cy="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tableStyles" Target="tableStyle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87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hlink="hlink" folHlink="folHlink"/>
  <p:notes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Google Shape;103;g3ad07014906_2_52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588" name="Google Shape;104;g3ad07014906_2_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Google Shape;109;g3ad07014906_2_5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591" name="Google Shape;110;g3ad07014906_2_5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Google Shape;115;g3ad07014906_2_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594" name="Google Shape;116;g3ad07014906_2_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4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Google Shape;121;g3ad07014906_2_6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597" name="Google Shape;122;g3ad07014906_2_6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7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Google Shape;127;g3ad07014906_2_9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00" name="Google Shape;128;g3ad07014906_2_9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Google Shape;133;g3ad07014906_2_7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03" name="Google Shape;134;g3ad07014906_2_7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3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Google Shape;139;g3ad07014906_2_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06" name="Google Shape;140;g3ad07014906_2_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6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Google Shape;145;g3ad07014906_2_8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09" name="Google Shape;146;g3ad07014906_2_8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9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Google Shape;151;g3ad07014906_2_1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12" name="Google Shape;152;g3ad07014906_2_1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2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Google Shape;157;g3ad07014906_2_1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15" name="Google Shape;158;g3ad07014906_2_1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5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Google Shape;163;g3ad07014906_2_1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18" name="Google Shape;164;g3ad07014906_2_1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Google Shape;174;g3ad07014906_2_1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25" name="Google Shape;175;g3ad07014906_2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94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/>
        </p:spPr>
        <p:txBody>
          <a:bodyPr anchor="b" anchorCtr="0" bIns="91425" lIns="91425" rIns="91425" spcFirstLastPara="1" tIns="91425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48657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/>
        </p:spPr>
        <p:txBody>
          <a:bodyPr anchor="t" anchorCtr="0" bIns="91425" lIns="91425" rIns="91425" spcFirstLastPara="1" tIns="91425" wrap="square">
            <a:norm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48658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anchor="ctr" anchorCtr="0" bIns="91425" lIns="91425" rIns="91425" spcFirstLastPara="1" tIns="91425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97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/>
        </p:spPr>
        <p:txBody>
          <a:bodyPr anchor="ctr" anchorCtr="0" bIns="91425" lIns="91425" rIns="91425" spcFirstLastPara="1" tIns="91425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48664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anchor="ctr" anchorCtr="0" bIns="91425" lIns="91425" rIns="91425" spcFirstLastPara="1" tIns="91425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00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</p:spPr>
        <p:txBody>
          <a:bodyPr anchor="t" anchorCtr="0" bIns="91425" lIns="91425" rIns="91425" spcFirstLastPara="1" tIns="91425" wrap="squar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/>
        </p:txBody>
      </p:sp>
      <p:sp>
        <p:nvSpPr>
          <p:cNvPr id="1048671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/>
        </p:spPr>
        <p:txBody>
          <a:bodyPr anchor="t" anchorCtr="0" bIns="91425" lIns="91425" rIns="91425" spcFirstLastPara="1" tIns="91425" wrap="square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</a:lvl9pPr>
          </a:lstStyle>
          <a:p/>
        </p:txBody>
      </p:sp>
      <p:sp>
        <p:nvSpPr>
          <p:cNvPr id="1048672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anchor="ctr" anchorCtr="0" bIns="91425" lIns="91425" rIns="91425" spcFirstLastPara="1" tIns="91425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0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</p:spPr>
        <p:txBody>
          <a:bodyPr anchor="t" anchorCtr="0" bIns="91425" lIns="91425" rIns="91425" spcFirstLastPara="1" tIns="91425" wrap="squar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/>
        </p:txBody>
      </p:sp>
      <p:sp>
        <p:nvSpPr>
          <p:cNvPr id="1048674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/>
        </p:spPr>
        <p:txBody>
          <a:bodyPr anchor="t" anchorCtr="0" bIns="91425" lIns="91425" rIns="91425" spcFirstLastPara="1" tIns="91425" wrap="square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8675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/>
        </p:spPr>
        <p:txBody>
          <a:bodyPr anchor="t" anchorCtr="0" bIns="91425" lIns="91425" rIns="91425" spcFirstLastPara="1" tIns="91425" wrap="square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8676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anchor="ctr" anchorCtr="0" bIns="91425" lIns="91425" rIns="91425" spcFirstLastPara="1" tIns="91425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02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</p:spPr>
        <p:txBody>
          <a:bodyPr anchor="t" anchorCtr="0" bIns="91425" lIns="91425" rIns="91425" spcFirstLastPara="1" tIns="91425" wrap="squar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/>
        </p:txBody>
      </p:sp>
      <p:sp>
        <p:nvSpPr>
          <p:cNvPr id="1048678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anchor="ctr" anchorCtr="0" bIns="91425" lIns="91425" rIns="91425" spcFirstLastPara="1" tIns="91425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95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/>
        </p:spPr>
        <p:txBody>
          <a:bodyPr anchor="b" anchorCtr="0" bIns="91425" lIns="91425" rIns="91425" spcFirstLastPara="1" tIns="91425" wrap="squar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4866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/>
        </p:spPr>
        <p:txBody>
          <a:bodyPr anchor="t" anchorCtr="0" bIns="91425" lIns="91425" rIns="91425" spcFirstLastPara="1" tIns="91425" wrap="square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866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anchor="ctr" anchorCtr="0" bIns="91425" lIns="91425" rIns="91425" spcFirstLastPara="1" tIns="91425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03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/>
        </p:spPr>
        <p:txBody>
          <a:bodyPr anchor="ctr" anchorCtr="0" bIns="91425" lIns="91425" rIns="91425" spcFirstLastPara="1" tIns="91425" wrap="squar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48680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anchor="ctr" anchorCtr="0" bIns="91425" lIns="91425" rIns="91425" spcFirstLastPara="1" tIns="91425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04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Google Shape;36;p9"/>
          <p:cNvSpPr/>
          <p:nvPr/>
        </p:nvSpPr>
        <p:spPr>
          <a:xfrm>
            <a:off x="4572000" y="-125"/>
            <a:ext cx="4572000" cy="5143500"/>
          </a:xfrm>
          <a:prstGeom prst="rect"/>
          <a:solidFill>
            <a:schemeClr val="lt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48682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/>
        </p:spPr>
        <p:txBody>
          <a:bodyPr anchor="b" anchorCtr="0" bIns="91425" lIns="91425" rIns="91425" spcFirstLastPara="1" tIns="91425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48683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/>
        </p:spPr>
        <p:txBody>
          <a:bodyPr anchor="t" anchorCtr="0" bIns="91425" lIns="91425" rIns="91425" spcFirstLastPara="1" tIns="91425" wrap="square">
            <a:norm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48684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/>
        </p:spPr>
        <p:txBody>
          <a:bodyPr anchor="ctr" anchorCtr="0" bIns="91425" lIns="91425" rIns="91425" spcFirstLastPara="1" tIns="91425" wrap="square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</a:lvl9pPr>
          </a:lstStyle>
          <a:p/>
        </p:txBody>
      </p:sp>
      <p:sp>
        <p:nvSpPr>
          <p:cNvPr id="1048685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anchor="ctr" anchorCtr="0" bIns="91425" lIns="91425" rIns="91425" spcFirstLastPara="1" tIns="91425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98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/>
        </p:spPr>
        <p:txBody>
          <a:bodyPr anchor="ctr" anchorCtr="0" bIns="91425" lIns="91425" rIns="91425" spcFirstLastPara="1" tIns="91425" wrap="square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lvl1pPr>
          </a:lstStyle>
          <a:p/>
        </p:txBody>
      </p:sp>
      <p:sp>
        <p:nvSpPr>
          <p:cNvPr id="1048666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anchor="ctr" anchorCtr="0" bIns="91425" lIns="91425" rIns="91425" spcFirstLastPara="1" tIns="91425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99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/>
        </p:spPr>
        <p:txBody>
          <a:bodyPr anchor="b" anchorCtr="0" bIns="91425" lIns="91425" rIns="91425" spcFirstLastPara="1" tIns="91425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48668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/>
        </p:spPr>
        <p:txBody>
          <a:bodyPr anchor="t" anchorCtr="0" bIns="91425" lIns="91425" rIns="91425" spcFirstLastPara="1" tIns="91425" wrap="square">
            <a:normAutofit/>
          </a:bodyPr>
          <a:lstStyle>
            <a:lvl1pPr algn="ctr"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</a:lvl1pPr>
            <a:lvl2pPr algn="ctr"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</a:lvl2pPr>
            <a:lvl3pPr algn="ctr"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</a:lvl3pPr>
            <a:lvl4pPr algn="ctr"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</a:lvl4pPr>
            <a:lvl5pPr algn="ctr"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</a:lvl5pPr>
            <a:lvl6pPr algn="ctr"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</a:lvl6pPr>
            <a:lvl7pPr algn="ctr"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</a:lvl7pPr>
            <a:lvl8pPr algn="ctr"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</a:lvl8pPr>
            <a:lvl9pPr algn="ctr"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</a:lvl9pPr>
          </a:lstStyle>
          <a:p/>
        </p:txBody>
      </p:sp>
      <p:sp>
        <p:nvSpPr>
          <p:cNvPr id="1048669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anchor="ctr" anchorCtr="0" bIns="91425" lIns="91425" rIns="91425" spcFirstLastPara="1" tIns="91425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96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anchor="ctr" anchorCtr="0" bIns="91425" lIns="91425" rIns="91425" spcFirstLastPara="1" tIns="91425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25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/>
          <a:noFill/>
          <a:ln>
            <a:noFill/>
          </a:ln>
        </p:spPr>
        <p:txBody>
          <a:bodyPr anchor="b" anchorCtr="0" bIns="91425" lIns="91425" rIns="91425" spcFirstLastPara="1" tIns="91425" wrap="square">
            <a:norm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48580" name="Google Shape;56;p14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rm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48581" name="Google Shape;57;p1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  <a:noFill/>
          <a:ln>
            <a:noFill/>
          </a:ln>
        </p:spPr>
        <p:txBody>
          <a:bodyPr anchor="ctr" anchorCtr="0" bIns="91425" lIns="91425" rIns="91425" spcFirstLastPara="1" tIns="91425" wrap="square">
            <a:norm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73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/>
          <a:noFill/>
          <a:ln>
            <a:noFill/>
          </a:ln>
        </p:spPr>
        <p:txBody>
          <a:bodyPr anchor="ctr" anchorCtr="0" bIns="91425" lIns="91425" rIns="91425" spcFirstLastPara="1" tIns="91425" wrap="square">
            <a:norm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48629" name="Google Shape;60;p1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  <a:noFill/>
          <a:ln>
            <a:noFill/>
          </a:ln>
        </p:spPr>
        <p:txBody>
          <a:bodyPr anchor="ctr" anchorCtr="0" bIns="91425" lIns="91425" rIns="91425" spcFirstLastPara="1" tIns="91425" wrap="square">
            <a:norm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78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rm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/>
        </p:txBody>
      </p:sp>
      <p:sp>
        <p:nvSpPr>
          <p:cNvPr id="1048641" name="Google Shape;63;p16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rmAutofit/>
          </a:bodyPr>
          <a:lstStyle>
            <a:lvl1pPr algn="l"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lvl1pPr>
            <a:lvl2pPr algn="l"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lvl2pPr>
            <a:lvl3pPr algn="l"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lvl3pPr>
            <a:lvl4pPr algn="l"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lvl4pPr>
            <a:lvl5pPr algn="l"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lvl5pPr>
            <a:lvl6pPr algn="l"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lvl6pPr>
            <a:lvl7pPr algn="l"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lvl7pPr>
            <a:lvl8pPr algn="l"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lvl8pPr>
            <a:lvl9pPr algn="l"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lvl9pPr>
          </a:lstStyle>
          <a:p/>
        </p:txBody>
      </p:sp>
      <p:sp>
        <p:nvSpPr>
          <p:cNvPr id="1048642" name="Google Shape;64;p1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  <a:noFill/>
          <a:ln>
            <a:noFill/>
          </a:ln>
        </p:spPr>
        <p:txBody>
          <a:bodyPr anchor="ctr" anchorCtr="0" bIns="91425" lIns="91425" rIns="91425" spcFirstLastPara="1" tIns="91425" wrap="square">
            <a:norm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77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rm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/>
        </p:txBody>
      </p:sp>
      <p:sp>
        <p:nvSpPr>
          <p:cNvPr id="1048637" name="Google Shape;67;p17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rmAutofit/>
          </a:bodyPr>
          <a:lstStyle>
            <a:lvl1pPr algn="l"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algn="l"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algn="l"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algn="l"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algn="l"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algn="l"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algn="l"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algn="l"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algn="l"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8638" name="Google Shape;68;p17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rmAutofit/>
          </a:bodyPr>
          <a:lstStyle>
            <a:lvl1pPr algn="l"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algn="l"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algn="l"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algn="l"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algn="l"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algn="l"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algn="l"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algn="l"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algn="l"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8639" name="Google Shape;69;p1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  <a:noFill/>
          <a:ln>
            <a:noFill/>
          </a:ln>
        </p:spPr>
        <p:txBody>
          <a:bodyPr anchor="ctr" anchorCtr="0" bIns="91425" lIns="91425" rIns="91425" spcFirstLastPara="1" tIns="91425" wrap="square">
            <a:norm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8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rm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/>
        </p:txBody>
      </p:sp>
      <p:sp>
        <p:nvSpPr>
          <p:cNvPr id="1048652" name="Google Shape;72;p1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  <a:noFill/>
          <a:ln>
            <a:noFill/>
          </a:ln>
        </p:spPr>
        <p:txBody>
          <a:bodyPr anchor="ctr" anchorCtr="0" bIns="91425" lIns="91425" rIns="91425" spcFirstLastPara="1" tIns="91425" wrap="square">
            <a:norm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80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/>
          <a:noFill/>
          <a:ln>
            <a:noFill/>
          </a:ln>
        </p:spPr>
        <p:txBody>
          <a:bodyPr anchor="b" anchorCtr="0" bIns="91425" lIns="91425" rIns="91425" spcFirstLastPara="1" tIns="91425" wrap="square">
            <a:norm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48649" name="Google Shape;75;p19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rmAutofit/>
          </a:bodyPr>
          <a:lstStyle>
            <a:lvl1pPr algn="l"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algn="l"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algn="l"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algn="l"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algn="l"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algn="l"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algn="l"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algn="l"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algn="l"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8650" name="Google Shape;76;p1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  <a:noFill/>
          <a:ln>
            <a:noFill/>
          </a:ln>
        </p:spPr>
        <p:txBody>
          <a:bodyPr anchor="ctr" anchorCtr="0" bIns="91425" lIns="91425" rIns="91425" spcFirstLastPara="1" tIns="91425" wrap="square">
            <a:norm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72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/>
          <a:noFill/>
          <a:ln>
            <a:noFill/>
          </a:ln>
        </p:spPr>
        <p:txBody>
          <a:bodyPr anchor="ctr" anchorCtr="0" bIns="91425" lIns="91425" rIns="91425" spcFirstLastPara="1" tIns="91425" wrap="square">
            <a:norm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48627" name="Google Shape;79;p2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  <a:noFill/>
          <a:ln>
            <a:noFill/>
          </a:ln>
        </p:spPr>
        <p:txBody>
          <a:bodyPr anchor="ctr" anchorCtr="0" bIns="91425" lIns="91425" rIns="91425" spcFirstLastPara="1" tIns="91425" wrap="square">
            <a:norm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79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Google Shape;81;p21"/>
          <p:cNvSpPr/>
          <p:nvPr/>
        </p:nvSpPr>
        <p:spPr>
          <a:xfrm>
            <a:off x="4572000" y="-125"/>
            <a:ext cx="4572000" cy="5143500"/>
          </a:xfrm>
          <a:prstGeom prst="rect"/>
          <a:solidFill>
            <a:schemeClr val="lt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cap="none" sz="1400" i="0" strike="noStrike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44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/>
          <a:noFill/>
          <a:ln>
            <a:noFill/>
          </a:ln>
        </p:spPr>
        <p:txBody>
          <a:bodyPr anchor="b" anchorCtr="0" bIns="91425" lIns="91425" rIns="91425" spcFirstLastPara="1" tIns="91425" wrap="square">
            <a:norm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48645" name="Google Shape;83;p21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rm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48646" name="Google Shape;84;p21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/>
          <a:noFill/>
          <a:ln>
            <a:noFill/>
          </a:ln>
        </p:spPr>
        <p:txBody>
          <a:bodyPr anchor="ctr" anchorCtr="0" bIns="91425" lIns="91425" rIns="91425" spcFirstLastPara="1" tIns="91425" wrap="square">
            <a:normAutofit/>
          </a:bodyPr>
          <a:lstStyle>
            <a:lvl1pPr algn="l"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lvl1pPr>
            <a:lvl2pPr algn="l"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lvl2pPr>
            <a:lvl3pPr algn="l"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lvl3pPr>
            <a:lvl4pPr algn="l"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lvl4pPr>
            <a:lvl5pPr algn="l"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lvl5pPr>
            <a:lvl6pPr algn="l"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lvl6pPr>
            <a:lvl7pPr algn="l"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lvl7pPr>
            <a:lvl8pPr algn="l"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lvl8pPr>
            <a:lvl9pPr algn="l"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lvl9pPr>
          </a:lstStyle>
          <a:p/>
        </p:txBody>
      </p:sp>
      <p:sp>
        <p:nvSpPr>
          <p:cNvPr id="1048647" name="Google Shape;85;p2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  <a:noFill/>
          <a:ln>
            <a:noFill/>
          </a:ln>
        </p:spPr>
        <p:txBody>
          <a:bodyPr anchor="ctr" anchorCtr="0" bIns="91425" lIns="91425" rIns="91425" spcFirstLastPara="1" tIns="91425" wrap="square">
            <a:norm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74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Google Shape;87;p22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/>
          <a:noFill/>
          <a:ln>
            <a:noFill/>
          </a:ln>
        </p:spPr>
        <p:txBody>
          <a:bodyPr anchor="ctr" anchorCtr="0" bIns="91425" lIns="91425" rIns="91425" spcFirstLastPara="1" tIns="91425" wrap="square">
            <a:normAutofit/>
          </a:bodyPr>
          <a:lstStyle>
            <a:lvl1pPr algn="l"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lvl1pPr>
          </a:lstStyle>
          <a:p/>
        </p:txBody>
      </p:sp>
      <p:sp>
        <p:nvSpPr>
          <p:cNvPr id="1048631" name="Google Shape;88;p2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  <a:noFill/>
          <a:ln>
            <a:noFill/>
          </a:ln>
        </p:spPr>
        <p:txBody>
          <a:bodyPr anchor="ctr" anchorCtr="0" bIns="91425" lIns="91425" rIns="91425" spcFirstLastPara="1" tIns="91425" wrap="square">
            <a:norm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75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Google Shape;90;p23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/>
          <a:noFill/>
          <a:ln>
            <a:noFill/>
          </a:ln>
        </p:spPr>
        <p:txBody>
          <a:bodyPr anchor="b" anchorCtr="0" bIns="91425" lIns="91425" rIns="91425" spcFirstLastPara="1" tIns="91425" wrap="square">
            <a:norm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48633" name="Google Shape;91;p23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rmAutofit/>
          </a:bodyPr>
          <a:lstStyle>
            <a:lvl1pPr algn="ctr"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lvl1pPr>
            <a:lvl2pPr algn="ctr"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lvl2pPr>
            <a:lvl3pPr algn="ctr"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lvl3pPr>
            <a:lvl4pPr algn="ctr"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lvl4pPr>
            <a:lvl5pPr algn="ctr"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lvl5pPr>
            <a:lvl6pPr algn="ctr"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lvl6pPr>
            <a:lvl7pPr algn="ctr"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lvl7pPr>
            <a:lvl8pPr algn="ctr"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lvl8pPr>
            <a:lvl9pPr algn="ctr"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lvl9pPr>
          </a:lstStyle>
          <a:p/>
        </p:txBody>
      </p:sp>
      <p:sp>
        <p:nvSpPr>
          <p:cNvPr id="1048634" name="Google Shape;92;p2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  <a:noFill/>
          <a:ln>
            <a:noFill/>
          </a:ln>
        </p:spPr>
        <p:txBody>
          <a:bodyPr anchor="ctr" anchorCtr="0" bIns="91425" lIns="91425" rIns="91425" spcFirstLastPara="1" tIns="91425" wrap="square">
            <a:norm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76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Google Shape;94;p2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  <a:noFill/>
          <a:ln>
            <a:noFill/>
          </a:ln>
        </p:spPr>
        <p:txBody>
          <a:bodyPr anchor="ctr" anchorCtr="0" bIns="91425" lIns="91425" rIns="91425" spcFirstLastPara="1" tIns="91425" wrap="square">
            <a:norm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</p:bgPr>
    </p:bg>
    <p:spTree>
      <p:nvGrpSpPr>
        <p:cNvPr id="82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8654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48655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  <a:noFill/>
          <a:ln>
            <a:noFill/>
          </a:ln>
        </p:spPr>
        <p:txBody>
          <a:bodyPr anchor="ctr" anchorCtr="0" bIns="91425" lIns="91425" rIns="91425" spcFirstLastPara="1" tIns="91425" wrap="square">
            <a:normAutofit/>
          </a:bodyPr>
          <a:lstStyle>
            <a:lvl1pPr algn="r" lvl="0">
              <a:buNone/>
              <a:defRPr sz="1000">
                <a:solidFill>
                  <a:schemeClr val="dk2"/>
                </a:solidFill>
              </a:defRPr>
            </a:lvl1pPr>
            <a:lvl2pPr algn="r" lvl="1">
              <a:buNone/>
              <a:defRPr sz="1000">
                <a:solidFill>
                  <a:schemeClr val="dk2"/>
                </a:solidFill>
              </a:defRPr>
            </a:lvl2pPr>
            <a:lvl3pPr algn="r" lvl="2">
              <a:buNone/>
              <a:defRPr sz="1000">
                <a:solidFill>
                  <a:schemeClr val="dk2"/>
                </a:solidFill>
              </a:defRPr>
            </a:lvl3pPr>
            <a:lvl4pPr algn="r" lvl="3">
              <a:buNone/>
              <a:defRPr sz="1000">
                <a:solidFill>
                  <a:schemeClr val="dk2"/>
                </a:solidFill>
              </a:defRPr>
            </a:lvl4pPr>
            <a:lvl5pPr algn="r" lvl="4">
              <a:buNone/>
              <a:defRPr sz="1000">
                <a:solidFill>
                  <a:schemeClr val="dk2"/>
                </a:solidFill>
              </a:defRPr>
            </a:lvl5pPr>
            <a:lvl6pPr algn="r" lvl="5">
              <a:buNone/>
              <a:defRPr sz="1000">
                <a:solidFill>
                  <a:schemeClr val="dk2"/>
                </a:solidFill>
              </a:defRPr>
            </a:lvl6pPr>
            <a:lvl7pPr algn="r" lvl="6">
              <a:buNone/>
              <a:defRPr sz="1000">
                <a:solidFill>
                  <a:schemeClr val="dk2"/>
                </a:solidFill>
              </a:defRPr>
            </a:lvl7pPr>
            <a:lvl8pPr algn="r" lvl="7">
              <a:buNone/>
              <a:defRPr sz="1000">
                <a:solidFill>
                  <a:schemeClr val="dk2"/>
                </a:solidFill>
              </a:defRPr>
            </a:lvl8pPr>
            <a:lvl9pPr algn="r" lvl="8">
              <a:buNone/>
              <a:defRPr sz="1000">
                <a:solidFill>
                  <a:schemeClr val="dk2"/>
                </a:solidFill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dt="0" ftr="0" hdr="0" sldNum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</p:bgPr>
    </p:bg>
    <p:spTree>
      <p:nvGrpSpPr>
        <p:cNvPr id="13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rmAutofit/>
          </a:bodyPr>
          <a:lstStyle>
            <a:lvl1pPr algn="l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cap="none" sz="2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cap="none" sz="2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cap="none" sz="2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cap="none" sz="2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cap="none" sz="2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cap="none" sz="2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cap="none" sz="2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cap="none" sz="2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cap="none" sz="2800" i="0" strike="noStrike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8577" name="Google Shape;52;p13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rmAutofit/>
          </a:bodyPr>
          <a:lstStyle>
            <a:lvl1pPr algn="l" indent="-342900" lvl="0" marL="457200" marR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cap="none" sz="18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indent="-317500" lvl="1" marL="914400" marR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cap="none" sz="14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indent="-317500" lvl="2" marL="1371600" marR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cap="none" sz="14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indent="-317500" lvl="3" marL="1828800" marR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cap="none" sz="14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indent="-317500" lvl="4" marL="2286000" marR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cap="none" sz="14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indent="-317500" lvl="5" marL="2743200" marR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cap="none" sz="14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indent="-317500" lvl="6" marL="3200400" marR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cap="none" sz="14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indent="-317500" lvl="7" marL="3657600" marR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cap="none" sz="14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indent="-317500" lvl="8" marL="4114800" marR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cap="none" sz="14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8578" name="Google Shape;53;p1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  <a:noFill/>
          <a:ln>
            <a:noFill/>
          </a:ln>
        </p:spPr>
        <p:txBody>
          <a:bodyPr anchor="ctr" anchorCtr="0" bIns="91425" lIns="91425" rIns="91425" spcFirstLastPara="1" tIns="91425" wrap="square">
            <a:normAutofit/>
          </a:bodyPr>
          <a:lstStyle>
            <a:lvl1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r" indent="0" lvl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r" indent="0" lvl="2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r" indent="0" lvl="3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r" indent="0" lvl="4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r" indent="0" lvl="5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r" indent="0" lvl="6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r" indent="0" lvl="7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r" indent="0" lvl="8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cap="none" sz="1000" i="0" strike="noStrike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dt="0" ftr="0" hdr="0" sldNum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Google Shape;106;p26"/>
          <p:cNvSpPr txBox="1"/>
          <p:nvPr/>
        </p:nvSpPr>
        <p:spPr>
          <a:xfrm>
            <a:off x="162600" y="2349366"/>
            <a:ext cx="8717495" cy="2760921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cap="none" sz="2000" i="0" lang="en-GB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cap="none" sz="1800" i="0" strike="noStrike" u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cap="none" sz="1800" i="0" strike="noStrike" u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indent="-342900" lvl="1" marL="9144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lphaLcPeriod"/>
            </a:pPr>
            <a:r>
              <a:rPr b="1" cap="none" sz="2400" i="0" lang="en-GB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Team name</a:t>
            </a:r>
            <a:r>
              <a:rPr b="1" cap="none" sz="1800" i="0" lang="en-GB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:</a:t>
            </a:r>
            <a:r>
              <a:rPr altLang="en-GB" b="1" cap="none" sz="1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e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l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Pioneers</a:t>
            </a:r>
            <a:r>
              <a:rPr altLang="en-GB" b="1" cap="none" sz="20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b="1" cap="none" sz="1800" i="0" strike="noStrike" u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indent="-342900" lvl="1" marL="9144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lphaLcPeriod"/>
            </a:pPr>
            <a:r>
              <a:rPr b="1" cap="none" sz="2400" i="0" lang="en-GB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</a:t>
            </a:r>
            <a:r>
              <a:rPr b="1" cap="none" sz="1800" i="0" lang="en-GB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: 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R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e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n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B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l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e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n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D</a:t>
            </a:r>
            <a:endParaRPr b="1" cap="none" sz="1800" i="0" strike="noStrike" u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indent="-342900" lvl="1" marL="9144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lphaLcPeriod"/>
            </a:pPr>
            <a:r>
              <a:rPr b="1" cap="none" sz="2400" i="0" lang="en-GB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e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n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r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r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c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r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b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e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L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e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v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e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l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n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d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N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C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l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e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n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ing 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Staff</a:t>
            </a:r>
            <a:r>
              <a:rPr altLang="en-GB" b="1" cap="none" sz="2800" i="0" lang="en-US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.</a:t>
            </a:r>
            <a:endParaRPr b="1" cap="none" sz="3200" i="0" strike="noStrike" u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cap="none" sz="1800" i="0" strike="noStrike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7153" name="Google Shape;107;p26" title="Techsprint banner.png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/>
          </a:blip>
          <a:stretch>
            <a:fillRect/>
          </a:stretch>
        </p:blipFill>
        <p:spPr>
          <a:xfrm>
            <a:off x="0" y="0"/>
            <a:ext cx="9085198" cy="2191370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Google Shape;112;p27"/>
          <p:cNvSpPr txBox="1"/>
          <p:nvPr/>
        </p:nvSpPr>
        <p:spPr>
          <a:xfrm>
            <a:off x="85525" y="806350"/>
            <a:ext cx="8943000" cy="3798649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1" cap="none" sz="1800" i="0" strike="noStrike" u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097154" name="Google Shape;113;p27" title="Group 2200185.png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/>
          <a:noFill/>
          <a:ln>
            <a:noFill/>
          </a:ln>
        </p:spPr>
      </p:pic>
      <p:pic>
        <p:nvPicPr>
          <p:cNvPr id="2097170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51609" y="554904"/>
            <a:ext cx="8844395" cy="4363250"/>
          </a:xfrm>
          <a:prstGeom prst="rect"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Google Shape;118;p28"/>
          <p:cNvSpPr txBox="1"/>
          <p:nvPr/>
        </p:nvSpPr>
        <p:spPr>
          <a:xfrm>
            <a:off x="183250" y="818550"/>
            <a:ext cx="8784300" cy="14193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marR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cap="none" sz="1800" i="0" lang="en-GB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1" cap="none" sz="1800" i="0" strike="noStrike" u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indent="-342900" lvl="1" marL="914400" marR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lphaLcPeriod"/>
            </a:pPr>
            <a:r>
              <a:rPr cap="none" sz="1800" i="0" lang="en-GB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cap="none" sz="1800" i="0" strike="noStrike" u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indent="-342900" lvl="1" marL="914400" marR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lphaLcPeriod"/>
            </a:pPr>
            <a:r>
              <a:rPr cap="none" sz="1800" i="0" lang="en-GB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cap="none" sz="1800" i="0" strike="noStrike" u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097155" name="Google Shape;119;p28" title="Group 2200185.png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/>
          <a:noFill/>
          <a:ln>
            <a:noFill/>
          </a:ln>
        </p:spPr>
      </p:pic>
      <p:pic>
        <p:nvPicPr>
          <p:cNvPr id="2097181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127499" y="574024"/>
            <a:ext cx="8828165" cy="4351014"/>
          </a:xfrm>
          <a:prstGeom prst="rect"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Google Shape;124;p29"/>
          <p:cNvSpPr txBox="1"/>
          <p:nvPr/>
        </p:nvSpPr>
        <p:spPr>
          <a:xfrm>
            <a:off x="195475" y="855225"/>
            <a:ext cx="8698800" cy="5499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cap="none" sz="1800" i="0" lang="en-GB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1" cap="none" sz="1800" i="0" strike="noStrike" u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097156" name="Google Shape;125;p29" title="Group 2200185.png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/>
          <a:noFill/>
          <a:ln>
            <a:noFill/>
          </a:ln>
        </p:spPr>
      </p:pic>
      <p:pic>
        <p:nvPicPr>
          <p:cNvPr id="2097172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18230" y="586180"/>
            <a:ext cx="8936899" cy="4434614"/>
          </a:xfrm>
          <a:prstGeom prst="rect"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Google Shape;130;p30"/>
          <p:cNvSpPr txBox="1"/>
          <p:nvPr/>
        </p:nvSpPr>
        <p:spPr>
          <a:xfrm>
            <a:off x="158825" y="855225"/>
            <a:ext cx="8784300" cy="11283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sz="1800" lang="en-GB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Google </a:t>
            </a:r>
            <a:r>
              <a:rPr b="1" cap="none" sz="1800" i="0" lang="en-GB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used in the solution</a:t>
            </a:r>
            <a:endParaRPr b="1" cap="none" sz="1200" i="0" strike="noStrike" u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097157" name="Google Shape;131;p30" title="Group 2200185.png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/>
          <a:noFill/>
          <a:ln>
            <a:noFill/>
          </a:ln>
        </p:spPr>
      </p:pic>
      <p:pic>
        <p:nvPicPr>
          <p:cNvPr id="2097173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141657" y="636442"/>
            <a:ext cx="8806054" cy="4321970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Google Shape;136;p31"/>
          <p:cNvSpPr txBox="1"/>
          <p:nvPr/>
        </p:nvSpPr>
        <p:spPr>
          <a:xfrm>
            <a:off x="195475" y="830775"/>
            <a:ext cx="8772000" cy="5130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cap="none" sz="1800" i="0" lang="en-GB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1" cap="none" sz="1800" i="0" strike="noStrike" u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097158" name="Google Shape;137;p31" title="Group 2200185.png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/>
          <a:noFill/>
          <a:ln>
            <a:noFill/>
          </a:ln>
        </p:spPr>
      </p:pic>
      <p:pic>
        <p:nvPicPr>
          <p:cNvPr id="2097174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95475" y="628101"/>
            <a:ext cx="8797403" cy="4336222"/>
          </a:xfrm>
          <a:prstGeom prst="rect"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Google Shape;142;p32"/>
          <p:cNvSpPr txBox="1"/>
          <p:nvPr/>
        </p:nvSpPr>
        <p:spPr>
          <a:xfrm>
            <a:off x="207700" y="879650"/>
            <a:ext cx="8723100" cy="5988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cap="none" sz="1800" i="0" lang="en-GB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1" cap="none" sz="1800" i="0" strike="noStrike" u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097159" name="Google Shape;143;p32" title="Group 2200185.png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/>
          <a:noFill/>
          <a:ln>
            <a:noFill/>
          </a:ln>
        </p:spPr>
      </p:pic>
      <p:pic>
        <p:nvPicPr>
          <p:cNvPr id="2097175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52961" y="501600"/>
            <a:ext cx="8842328" cy="4558733"/>
          </a:xfrm>
          <a:prstGeom prst="rect"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Google Shape;148;p33"/>
          <p:cNvSpPr txBox="1"/>
          <p:nvPr/>
        </p:nvSpPr>
        <p:spPr>
          <a:xfrm>
            <a:off x="171050" y="867425"/>
            <a:ext cx="8820900" cy="5988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cap="none" sz="1800" i="0" lang="en-GB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1" cap="none" sz="1800" i="0" strike="noStrike" u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097160" name="Google Shape;149;p33" title="Group 2200185.png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/>
          <a:noFill/>
          <a:ln>
            <a:noFill/>
          </a:ln>
        </p:spPr>
      </p:pic>
      <p:pic>
        <p:nvPicPr>
          <p:cNvPr id="2097176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10790273" flipH="1" flipV="1">
            <a:off x="195014" y="600971"/>
            <a:ext cx="8761024" cy="4382922"/>
          </a:xfrm>
          <a:prstGeom prst="rect"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Google Shape;154;p34"/>
          <p:cNvSpPr txBox="1"/>
          <p:nvPr/>
        </p:nvSpPr>
        <p:spPr>
          <a:xfrm>
            <a:off x="219900" y="855225"/>
            <a:ext cx="8723100" cy="5988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cap="none" sz="1800" i="0" lang="en-GB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1" cap="none" sz="1800" i="0" strike="noStrike" u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097161" name="Google Shape;155;p34" title="Group 2200185.png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/>
          <a:noFill/>
          <a:ln>
            <a:noFill/>
          </a:ln>
        </p:spPr>
      </p:pic>
      <p:pic>
        <p:nvPicPr>
          <p:cNvPr id="2097177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241132" y="595090"/>
            <a:ext cx="8657462" cy="4316923"/>
          </a:xfrm>
          <a:prstGeom prst="rect"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Google Shape;160;p35"/>
          <p:cNvSpPr txBox="1"/>
          <p:nvPr/>
        </p:nvSpPr>
        <p:spPr>
          <a:xfrm>
            <a:off x="109950" y="781900"/>
            <a:ext cx="8894100" cy="6963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cap="none" sz="1800" i="0" lang="en-GB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1" cap="none" sz="1800" i="0" strike="noStrike" u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097162" name="Google Shape;161;p35" title="Group 2200185.png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/>
          <a:noFill/>
          <a:ln>
            <a:noFill/>
          </a:ln>
        </p:spPr>
      </p:pic>
      <p:pic>
        <p:nvPicPr>
          <p:cNvPr id="2097178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21600000">
            <a:off x="203235" y="569141"/>
            <a:ext cx="8700671" cy="4396037"/>
          </a:xfrm>
          <a:prstGeom prst="rect"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Google Shape;166;p36"/>
          <p:cNvSpPr txBox="1"/>
          <p:nvPr/>
        </p:nvSpPr>
        <p:spPr>
          <a:xfrm>
            <a:off x="146600" y="843000"/>
            <a:ext cx="8833200" cy="6354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cap="none" sz="1800" i="0" lang="en-GB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1" cap="none" sz="1800" i="0" strike="noStrike" u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cap="none" sz="1800" i="0" strike="noStrike" u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indent="-342900" lvl="0" marL="4572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rabicPeriod"/>
            </a:pPr>
            <a:r>
              <a:rPr b="1" cap="none" sz="1800" i="0" lang="en-GB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1" cap="none" sz="1800" i="0" strike="noStrike" u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indent="-342900" lvl="0" marL="4572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rabicPeriod"/>
            </a:pPr>
            <a:r>
              <a:rPr b="1" cap="none" sz="1800" i="0" lang="en-GB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1" cap="none" sz="1800" i="0" strike="noStrike" u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 indent="-342900" lvl="0" marL="4572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rabicPeriod"/>
            </a:pPr>
            <a:r>
              <a:rPr b="1" cap="none" sz="1800" i="0" lang="en-GB" strike="noStrike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1" cap="none" sz="1800" i="0" strike="noStrike" u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097163" name="Google Shape;167;p36" title="Group 2200185.png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/>
          </a:blip>
          <a:stretch>
            <a:fillRect/>
          </a:stretch>
        </p:blipFill>
        <p:spPr>
          <a:xfrm>
            <a:off x="159800" y="174175"/>
            <a:ext cx="1826526" cy="327425"/>
          </a:xfrm>
          <a:prstGeom prst="rect"/>
          <a:noFill/>
          <a:ln>
            <a:noFill/>
          </a:ln>
        </p:spPr>
      </p:pic>
      <p:pic>
        <p:nvPicPr>
          <p:cNvPr id="2097179" name=""/>
          <p:cNvPicPr>
            <a:picLocks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 rot="0">
            <a:off x="131446" y="593129"/>
            <a:ext cx="8830992" cy="4378374"/>
          </a:xfrm>
          <a:prstGeom prst="rect"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Google Shape;177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/>
          <a:noFill/>
          <a:ln>
            <a:noFill/>
          </a:ln>
        </p:spPr>
        <p:txBody>
          <a:bodyPr anchor="b" anchorCtr="0" bIns="91425" lIns="91425" rIns="91425" spcFirstLastPara="1" tIns="91425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</a:p>
        </p:txBody>
      </p:sp>
      <p:sp>
        <p:nvSpPr>
          <p:cNvPr id="1048622" name="Google Shape;178;p38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rmAutofit/>
          </a:bodyPr>
          <a:p>
            <a:pPr algn="ctr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</a:p>
        </p:txBody>
      </p:sp>
      <p:pic>
        <p:nvPicPr>
          <p:cNvPr id="2097165" name="Google Shape;179;p38" title="tq slide techsprint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 l="0" t="0" r="0" b="0"/>
          <a:stretch>
            <a:fillRect/>
          </a:stretch>
        </p:blipFill>
        <p:spPr>
          <a:xfrm>
            <a:off x="0" y="0"/>
            <a:ext cx="9144000" cy="5143500"/>
          </a:xfrm>
          <a:prstGeom prst="rect"/>
          <a:noFill/>
          <a:ln>
            <a:noFill/>
          </a:ln>
        </p:spPr>
      </p:pic>
      <p:sp>
        <p:nvSpPr>
          <p:cNvPr id="1048623" name="Google Shape;180;p38"/>
          <p:cNvSpPr txBox="1"/>
          <p:nvPr/>
        </p:nvSpPr>
        <p:spPr>
          <a:xfrm>
            <a:off x="343275" y="3962950"/>
            <a:ext cx="3712800" cy="1015335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spAutoFit/>
          </a:bodyPr>
          <a:p>
            <a:pPr algn="l"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900" lang="en-GB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Thank you!</a:t>
            </a:r>
            <a:endParaRPr b="1" sz="4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ScaleCrop>0</ScaleCrop>
  <LinksUpToDate>0</LinksUpToD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CPH2751</dc:creator>
  <dcterms:created xsi:type="dcterms:W3CDTF">2026-01-01T18:05:35Z</dcterms:created>
  <dcterms:modified xsi:type="dcterms:W3CDTF">2026-01-01T18:05:35Z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f1aeaae56ae343f2afe326ec6e2524e9</vt:lpwstr>
  </property>
</Properties>
</file>